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685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8FAFC"/>
                </a:solidFill>
              </a:defRPr>
            </a:pPr>
            <a:r>
              <a:t>TRIPWIRE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38BDF8"/>
                </a:solidFill>
              </a:defRPr>
            </a:pPr>
            <a:r>
              <a:t>Don't trust the agent. Verify it.</a:t>
            </a:r>
          </a:p>
          <a:p>
            <a:pPr>
              <a:spcAft>
                <a:spcPts val="1400"/>
              </a:spcAft>
              <a:defRPr sz="2400" b="0">
                <a:solidFill>
                  <a:srgbClr val="F8FAFC"/>
                </a:solidFill>
              </a:defRPr>
            </a:pPr>
            <a:r>
              <a:t>A firewall for tool-using AI agents.</a:t>
            </a:r>
          </a:p>
          <a:p>
            <a:pPr lvl="1">
              <a:spcAft>
                <a:spcPts val="1400"/>
              </a:spcAft>
              <a:defRPr sz="2200" b="0">
                <a:solidFill>
                  <a:srgbClr val="94A3B8"/>
                </a:solidFill>
              </a:defRPr>
            </a:pPr>
            <a:r>
              <a:t>SECURE track - All Day AI Hackathon 2026</a:t>
            </a:r>
          </a:p>
          <a:p>
            <a:pPr lvl="1">
              <a:spcAft>
                <a:spcPts val="1400"/>
              </a:spcAft>
              <a:defRPr sz="2200" b="0">
                <a:solidFill>
                  <a:srgbClr val="94A3B8"/>
                </a:solidFill>
              </a:defRPr>
            </a:pPr>
            <a:r>
              <a:t>Manoj Kagitha - Meghana Alaparthy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685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F8FAFC"/>
                </a:solidFill>
              </a:defRPr>
            </a:pPr>
            <a:r>
              <a:t>AI agents read untrusted content and hold real powers: send email, run code, move data.</a:t>
            </a:r>
          </a:p>
          <a:p>
            <a:pPr>
              <a:spcAft>
                <a:spcPts val="1400"/>
              </a:spcAft>
              <a:defRPr sz="2400" b="0">
                <a:solidFill>
                  <a:srgbClr val="F8FAFC"/>
                </a:solidFill>
              </a:defRPr>
            </a:pPr>
            <a:r>
              <a:t>One poisoned document can turn the agent into the attacker's hands.</a:t>
            </a:r>
          </a:p>
          <a:p>
            <a:pPr lvl="1">
              <a:spcAft>
                <a:spcPts val="1400"/>
              </a:spcAft>
              <a:defRPr sz="2200" b="0">
                <a:solidFill>
                  <a:srgbClr val="94A3B8"/>
                </a:solidFill>
              </a:defRPr>
            </a:pPr>
            <a:r>
              <a:t>OWASP Top 10 for LLM Applications 2025: LLM01 prompt injection, LLM02 sensitive information disclosure, LLM06 excessive agency.</a:t>
            </a:r>
          </a:p>
          <a:p>
            <a:pPr>
              <a:spcAft>
                <a:spcPts val="1400"/>
              </a:spcAft>
              <a:defRPr sz="2400" b="1">
                <a:solidFill>
                  <a:srgbClr val="FBBF24"/>
                </a:solidFill>
              </a:defRPr>
            </a:pPr>
            <a:r>
              <a:t>Measured baseline: an unprotected agent carried out the attack in 100% of our scenarios.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685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Who it hurts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F8FAFC"/>
                </a:solidFill>
              </a:defRPr>
            </a:pPr>
            <a:r>
              <a:t>Teams deploying tool-using agents: support copilots, finance operations, developer tools.</a:t>
            </a:r>
          </a:p>
          <a:p>
            <a:pPr>
              <a:spcAft>
                <a:spcPts val="1400"/>
              </a:spcAft>
              <a:defRPr sz="2400" b="0">
                <a:solidFill>
                  <a:srgbClr val="F8FAFC"/>
                </a:solidFill>
              </a:defRPr>
            </a:pPr>
            <a:r>
              <a:t>Today they cannot audit what the agent read, what it decided, or what it sent.</a:t>
            </a:r>
          </a:p>
          <a:p>
            <a:pPr>
              <a:spcAft>
                <a:spcPts val="1400"/>
              </a:spcAft>
              <a:defRPr sz="2400" b="1">
                <a:solidFill>
                  <a:srgbClr val="FBBF24"/>
                </a:solidFill>
              </a:defRPr>
            </a:pPr>
            <a:r>
              <a:t>PLACEHOLDER: add 3-5 one-line quotes from agent builders interviewed on event day.</a:t>
            </a:r>
          </a:p>
          <a:p>
            <a:pPr lvl="1">
              <a:spcAft>
                <a:spcPts val="1400"/>
              </a:spcAft>
              <a:defRPr sz="2200" b="0">
                <a:solidFill>
                  <a:srgbClr val="94A3B8"/>
                </a:solidFill>
              </a:defRPr>
            </a:pPr>
            <a:r>
              <a:t>Target: every high-risk agent action is either provably safe or seen by a human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685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F8FAFC"/>
                </a:solidFill>
              </a:defRPr>
            </a:pPr>
            <a:r>
              <a:t>The attack succeeds with no protection. The same attack is blocked with Tripwire on.</a:t>
            </a:r>
          </a:p>
          <a:p>
            <a:pPr>
              <a:spcAft>
                <a:spcPts val="1400"/>
              </a:spcAft>
              <a:defRPr sz="2400" b="0">
                <a:solidFill>
                  <a:srgbClr val="F8FAFC"/>
                </a:solidFill>
              </a:defRPr>
            </a:pPr>
            <a:r>
              <a:t>Signed receipts show every decision, and the chain re-verifies on demand.</a:t>
            </a:r>
          </a:p>
          <a:p>
            <a:pPr lvl="1">
              <a:spcAft>
                <a:spcPts val="1400"/>
              </a:spcAft>
              <a:defRPr sz="2200" b="0">
                <a:solidFill>
                  <a:srgbClr val="38BDF8"/>
                </a:solidFill>
              </a:defRPr>
            </a:pPr>
            <a:r>
              <a:t>Live: qtu25iuq5qyc72x642eofcef2a0bbogo.lambda-url.us-east-2.on.aws</a:t>
            </a:r>
          </a:p>
          <a:p>
            <a:pPr lvl="1">
              <a:spcAft>
                <a:spcPts val="1400"/>
              </a:spcAft>
              <a:defRPr sz="2200" b="0">
                <a:solidFill>
                  <a:srgbClr val="94A3B8"/>
                </a:solidFill>
              </a:defRPr>
            </a:pPr>
            <a:r>
              <a:t>Local: python3 -m tripwire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685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The honest twist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F8FAFC"/>
                </a:solidFill>
              </a:defRPr>
            </a:pPr>
            <a:r>
              <a:t>A polite paraphrase has no attack keywords. The detector misses it, and we say so.</a:t>
            </a:r>
          </a:p>
          <a:p>
            <a:pPr>
              <a:spcAft>
                <a:spcPts val="1400"/>
              </a:spcAft>
              <a:defRPr sz="2400" b="1">
                <a:solidFill>
                  <a:srgbClr val="4ADE80"/>
                </a:solidFill>
              </a:defRPr>
            </a:pPr>
            <a:r>
              <a:t>The structural policy layer still stops it: values that came from untrusted content cannot drive high-risk actions without a human.</a:t>
            </a:r>
          </a:p>
          <a:p>
            <a:pPr>
              <a:spcAft>
                <a:spcPts val="1400"/>
              </a:spcAft>
              <a:defRPr sz="2400" b="0">
                <a:solidFill>
                  <a:srgbClr val="F8FAFC"/>
                </a:solidFill>
              </a:defRPr>
            </a:pPr>
            <a:r>
              <a:t>Detection is a signal. Policy is the wall.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685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F8FAFC"/>
                </a:solidFill>
              </a:defRPr>
            </a:pPr>
            <a:r>
              <a:t>1. Ingest scan: everything the agent reads is checked and labelled by origin.</a:t>
            </a:r>
          </a:p>
          <a:p>
            <a:pPr>
              <a:spcAft>
                <a:spcPts val="1400"/>
              </a:spcAft>
              <a:defRPr sz="2400" b="0">
                <a:solidFill>
                  <a:srgbClr val="F8FAFC"/>
                </a:solidFill>
              </a:defRPr>
            </a:pPr>
            <a:r>
              <a:t>2. Value-level taint: the system remembers which values came from untrusted content.</a:t>
            </a:r>
          </a:p>
          <a:p>
            <a:pPr>
              <a:spcAft>
                <a:spcPts val="1400"/>
              </a:spcAft>
              <a:defRPr sz="2400" b="0">
                <a:solidFill>
                  <a:srgbClr val="F8FAFC"/>
                </a:solidFill>
              </a:defRPr>
            </a:pPr>
            <a:r>
              <a:t>3. Policy gate: risky actions using tainted values stop for a human. Approvals fail closed.</a:t>
            </a:r>
          </a:p>
          <a:p>
            <a:pPr>
              <a:spcAft>
                <a:spcPts val="1400"/>
              </a:spcAft>
              <a:defRPr sz="2400" b="0">
                <a:solidFill>
                  <a:srgbClr val="F8FAFC"/>
                </a:solidFill>
              </a:defRPr>
            </a:pPr>
            <a:r>
              <a:t>4. Output filter and signed receipts: what leaves is checked; every decision is KMS-signed into a tamper-evident chain.</a:t>
            </a:r>
          </a:p>
          <a:p>
            <a:pPr lvl="1">
              <a:spcAft>
                <a:spcPts val="1400"/>
              </a:spcAft>
              <a:defRPr sz="2200" b="0">
                <a:solidFill>
                  <a:srgbClr val="94A3B8"/>
                </a:solidFill>
              </a:defRPr>
            </a:pPr>
            <a:r>
              <a:t>Python standard library only. Deployed on AWS Lambda, DynamoDB and KMS.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685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Measured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F8FAFC"/>
                </a:solidFill>
              </a:defRPr>
            </a:pPr>
            <a:r>
              <a:t>Red-team arena, 160 mutated injections (self-authored set):</a:t>
            </a:r>
          </a:p>
          <a:p>
            <a:pPr lvl="1">
              <a:spcAft>
                <a:spcPts val="1400"/>
              </a:spcAft>
              <a:defRPr sz="2200" b="0">
                <a:solidFill>
                  <a:srgbClr val="F87171"/>
                </a:solidFill>
              </a:defRPr>
            </a:pPr>
            <a:r>
              <a:t>No defence: attack success 100%, legit tasks 8 of 8, mixed attacks stopped 0 of 3</a:t>
            </a:r>
          </a:p>
          <a:p>
            <a:pPr lvl="1">
              <a:spcAft>
                <a:spcPts val="1400"/>
              </a:spcAft>
              <a:defRPr sz="2200" b="0">
                <a:solidFill>
                  <a:srgbClr val="FBBF24"/>
                </a:solidFill>
              </a:defRPr>
            </a:pPr>
            <a:r>
              <a:t>Detector only: attack success 7.5%, legit tasks 8 of 8, mixed attacks stopped 1 of 3</a:t>
            </a:r>
          </a:p>
          <a:p>
            <a:pPr lvl="1">
              <a:spcAft>
                <a:spcPts val="1400"/>
              </a:spcAft>
              <a:defRPr sz="2200" b="0">
                <a:solidFill>
                  <a:srgbClr val="F8FAFC"/>
                </a:solidFill>
              </a:defRPr>
            </a:pPr>
            <a:r>
              <a:t>Full, session-wide taint: attack success 0%, legit tasks 1 of 8, mixed attacks stopped 3 of 3</a:t>
            </a:r>
          </a:p>
          <a:p>
            <a:pPr lvl="1">
              <a:spcAft>
                <a:spcPts val="1400"/>
              </a:spcAft>
              <a:defRPr sz="2200" b="0">
                <a:solidFill>
                  <a:srgbClr val="4ADE80"/>
                </a:solidFill>
              </a:defRPr>
            </a:pPr>
            <a:r>
              <a:t>Full, value-level taint: attack success 0%, legit tasks 7 of 8, mixed attacks stopped 3 of 3</a:t>
            </a:r>
          </a:p>
          <a:p>
            <a:pPr>
              <a:spcAft>
                <a:spcPts val="1400"/>
              </a:spcAft>
              <a:defRPr sz="2400" b="1">
                <a:solidFill>
                  <a:srgbClr val="F8FAFC"/>
                </a:solidFill>
              </a:defRPr>
            </a:pPr>
            <a:r>
              <a:t>Session-wide taint is safe but stops the work. Value-level taint recovers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685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We red-teamed ourselves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F8FAFC"/>
                </a:solidFill>
              </a:defRPr>
            </a:pPr>
            <a:r>
              <a:t>Holdout attacks written after the defence existed: detector recall 29% to 100%, false positives 30% to 0%.</a:t>
            </a:r>
          </a:p>
          <a:p>
            <a:pPr lvl="1">
              <a:spcAft>
                <a:spcPts val="1400"/>
              </a:spcAft>
              <a:defRPr sz="2200" b="0">
                <a:solidFill>
                  <a:srgbClr val="94A3B8"/>
                </a:solidFill>
              </a:defRPr>
            </a:pPr>
            <a:r>
              <a:t>That set is now tuned against, so treat the after numbers as optimistic. We publish both.</a:t>
            </a:r>
          </a:p>
          <a:p>
            <a:pPr>
              <a:spcAft>
                <a:spcPts val="1400"/>
              </a:spcAft>
              <a:defRPr sz="2400" b="0">
                <a:solidFill>
                  <a:srgbClr val="F8FAFC"/>
                </a:solidFill>
              </a:defRPr>
            </a:pPr>
            <a:r>
              <a:t>5 real bypasses found and fixed: multi-recipient egress, missed secret formats, output beacons, oversized input, Lambda error handling.</a:t>
            </a:r>
          </a:p>
          <a:p>
            <a:pPr>
              <a:spcAft>
                <a:spcPts val="1400"/>
              </a:spcAft>
              <a:defRPr sz="2400" b="1">
                <a:solidFill>
                  <a:srgbClr val="4ADE80"/>
                </a:solidFill>
              </a:defRPr>
            </a:pPr>
            <a:r>
              <a:t>60 tests passing. CI green. Secret scan: 0 findings.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685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Trust, safety,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F8FAFC"/>
                </a:solidFill>
              </a:defRPr>
            </a:pPr>
            <a:r>
              <a:t>Threat model and AI system card in the repo, with stated limits.</a:t>
            </a:r>
          </a:p>
          <a:p>
            <a:pPr>
              <a:spcAft>
                <a:spcPts val="1400"/>
              </a:spcAft>
              <a:defRPr sz="2400" b="0">
                <a:solidFill>
                  <a:srgbClr val="F8FAFC"/>
                </a:solidFill>
              </a:defRPr>
            </a:pPr>
            <a:r>
              <a:t>Human approvals are persistent (DynamoDB) and fail closed: undecided in 15 minutes means denied.</a:t>
            </a:r>
          </a:p>
          <a:p>
            <a:pPr>
              <a:spcAft>
                <a:spcPts val="1400"/>
              </a:spcAft>
              <a:defRPr sz="2400" b="0">
                <a:solidFill>
                  <a:srgbClr val="F8FAFC"/>
                </a:solidFill>
              </a:defRPr>
            </a:pPr>
            <a:r>
              <a:t>Every decision is a KMS-signed receipt in a tamper-evident chain that anyone can re-verify.</a:t>
            </a:r>
          </a:p>
          <a:p>
            <a:pPr>
              <a:spcAft>
                <a:spcPts val="1400"/>
              </a:spcAft>
              <a:defRPr sz="2400" b="0">
                <a:solidFill>
                  <a:srgbClr val="F8FAFC"/>
                </a:solidFill>
              </a:defRPr>
            </a:pPr>
            <a:r>
              <a:t>Signed AI-usage declaration: what the tools did, what the humans did.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685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Limits and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FBBF24"/>
                </a:solidFill>
              </a:defRPr>
            </a:pPr>
            <a:r>
              <a:t>Honest limits: the attack set is self-authored; the real-LLM evaluation on Amazon Bedrock is implemented but blocked on an AWS quota approval.</a:t>
            </a:r>
          </a:p>
          <a:p>
            <a:pPr>
              <a:spcAft>
                <a:spcPts val="1400"/>
              </a:spcAft>
              <a:defRPr sz="2400" b="0">
                <a:solidFill>
                  <a:srgbClr val="F8FAFC"/>
                </a:solidFill>
              </a:defRPr>
            </a:pPr>
            <a:r>
              <a:t>Next: independent attacker, per-person approver identity, WAF on the demo endpoint.</a:t>
            </a:r>
          </a:p>
          <a:p>
            <a:pPr>
              <a:spcAft>
                <a:spcPts val="1400"/>
              </a:spcAft>
              <a:defRPr sz="2400" b="1">
                <a:solidFill>
                  <a:srgbClr val="38BDF8"/>
                </a:solidFill>
              </a:defRPr>
            </a:pPr>
            <a:r>
              <a:t>The ask: put a verification layer in front of every production agent.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